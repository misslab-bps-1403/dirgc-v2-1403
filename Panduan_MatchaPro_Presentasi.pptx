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66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655320" y="-5715"/>
            <a:ext cx="6017894" cy="8235316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4081" y="1656082"/>
            <a:ext cx="10289546" cy="3139439"/>
          </a:xfrm>
        </p:spPr>
        <p:txBody>
          <a:bodyPr anchor="b">
            <a:normAutofit/>
          </a:bodyPr>
          <a:lstStyle>
            <a:lvl1pPr algn="r">
              <a:defRPr sz="72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18453" y="4795520"/>
            <a:ext cx="8385174" cy="1666241"/>
          </a:xfrm>
        </p:spPr>
        <p:txBody>
          <a:bodyPr anchor="t">
            <a:normAutofit/>
          </a:bodyPr>
          <a:lstStyle>
            <a:lvl1pPr marL="0" indent="0" algn="r">
              <a:buNone/>
              <a:defRPr sz="2520"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98894" y="7059931"/>
            <a:ext cx="5188853" cy="4381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7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142228" y="7040558"/>
            <a:ext cx="661400" cy="4381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4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736" y="3200399"/>
            <a:ext cx="10716896" cy="2532458"/>
          </a:xfrm>
        </p:spPr>
        <p:txBody>
          <a:bodyPr anchor="b"/>
          <a:lstStyle>
            <a:lvl1pPr algn="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86733" y="5732857"/>
            <a:ext cx="10716898" cy="1032480"/>
          </a:xfrm>
        </p:spPr>
        <p:txBody>
          <a:bodyPr anchor="t">
            <a:norm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7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174" y="822961"/>
            <a:ext cx="12022456" cy="21031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81175" y="3200400"/>
            <a:ext cx="5874066" cy="3749041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29561" y="3200400"/>
            <a:ext cx="5874067" cy="3749040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08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615" y="3190240"/>
            <a:ext cx="5528626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>
                <a:solidFill>
                  <a:schemeClr val="accent1">
                    <a:lumMod val="75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81173" y="4002405"/>
            <a:ext cx="5874067" cy="2947034"/>
          </a:xfrm>
        </p:spPr>
        <p:txBody>
          <a:bodyPr anchor="t"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56585" y="3200400"/>
            <a:ext cx="5547044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>
                <a:solidFill>
                  <a:schemeClr val="accent1">
                    <a:lumMod val="75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29561" y="4002405"/>
            <a:ext cx="5874067" cy="2947034"/>
          </a:xfrm>
        </p:spPr>
        <p:txBody>
          <a:bodyPr anchor="t"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114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0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00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175" y="1920240"/>
            <a:ext cx="4258945" cy="1645920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4440" y="822960"/>
            <a:ext cx="7489188" cy="6126481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81175" y="3566160"/>
            <a:ext cx="4258945" cy="2194560"/>
          </a:xfrm>
        </p:spPr>
        <p:txBody>
          <a:bodyPr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12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269" y="2103119"/>
            <a:ext cx="6511390" cy="1645920"/>
          </a:xfrm>
        </p:spPr>
        <p:txBody>
          <a:bodyPr anchor="b">
            <a:normAutofit/>
          </a:bodyPr>
          <a:lstStyle>
            <a:lvl1pPr algn="ctr">
              <a:defRPr sz="33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13618" y="1097280"/>
            <a:ext cx="3937169" cy="54864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79269" y="3749039"/>
            <a:ext cx="6511390" cy="2194560"/>
          </a:xfrm>
        </p:spPr>
        <p:txBody>
          <a:bodyPr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00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174" y="5679438"/>
            <a:ext cx="12022453" cy="680086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63214" y="1118535"/>
            <a:ext cx="9871133" cy="379797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81174" y="6359524"/>
            <a:ext cx="12022453" cy="592454"/>
          </a:xfrm>
        </p:spPr>
        <p:txBody>
          <a:bodyPr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3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175" y="822960"/>
            <a:ext cx="12022453" cy="3657600"/>
          </a:xfrm>
        </p:spPr>
        <p:txBody>
          <a:bodyPr anchor="ctr">
            <a:normAutofit/>
          </a:bodyPr>
          <a:lstStyle>
            <a:lvl1pPr algn="ctr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175" y="5212080"/>
            <a:ext cx="12022456" cy="17373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19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918334" y="1035628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2110" y="338327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9855" y="822961"/>
            <a:ext cx="10788014" cy="3291839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24174" y="4114799"/>
            <a:ext cx="10239378" cy="4572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160"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174" y="5212080"/>
            <a:ext cx="12022453" cy="17373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85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176" y="3970297"/>
            <a:ext cx="12022451" cy="1762560"/>
          </a:xfrm>
        </p:spPr>
        <p:txBody>
          <a:bodyPr anchor="b">
            <a:normAutofit/>
          </a:bodyPr>
          <a:lstStyle>
            <a:lvl1pPr algn="r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174" y="5732857"/>
            <a:ext cx="12022452" cy="1032480"/>
          </a:xfrm>
        </p:spPr>
        <p:txBody>
          <a:bodyPr anchor="t">
            <a:norm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10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918334" y="1035628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2110" y="338327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9855" y="822961"/>
            <a:ext cx="10788014" cy="3291839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81176" y="4663440"/>
            <a:ext cx="12022452" cy="10668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88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174" y="5730240"/>
            <a:ext cx="12022452" cy="1219200"/>
          </a:xfrm>
        </p:spPr>
        <p:txBody>
          <a:bodyPr anchor="t">
            <a:normAutofit/>
          </a:bodyPr>
          <a:lstStyle>
            <a:lvl1pPr marL="0" indent="0" algn="r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19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176" y="822961"/>
            <a:ext cx="12022454" cy="327279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81175" y="4206240"/>
            <a:ext cx="12022456" cy="100584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36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174" y="5212080"/>
            <a:ext cx="12022456" cy="17373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11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83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79187" y="822960"/>
            <a:ext cx="2124443" cy="6126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81175" y="822960"/>
            <a:ext cx="9623690" cy="612648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53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80975" y="1"/>
            <a:ext cx="2924176" cy="82296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81174" y="822961"/>
            <a:ext cx="12022456" cy="210311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172" y="3200400"/>
            <a:ext cx="12022456" cy="37490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679187" y="7059931"/>
            <a:ext cx="13716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86736" y="7059931"/>
            <a:ext cx="8501012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42228" y="7059931"/>
            <a:ext cx="6614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68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548640" rtl="0" eaLnBrk="1" latinLnBrk="0" hangingPunct="1">
        <a:spcBef>
          <a:spcPct val="0"/>
        </a:spcBef>
        <a:buNone/>
        <a:defRPr sz="48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88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6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92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8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8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8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8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8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Panduan Otomatisasi MatchaPro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Instalasi</a:t>
            </a:r>
            <a:r>
              <a:rPr dirty="0"/>
              <a:t> &amp; </a:t>
            </a:r>
            <a:r>
              <a:rPr dirty="0" err="1"/>
              <a:t>Penggunaan</a:t>
            </a:r>
            <a:r>
              <a:rPr dirty="0"/>
              <a:t> </a:t>
            </a:r>
            <a:r>
              <a:rPr dirty="0" err="1"/>
              <a:t>Aplikasi</a:t>
            </a:r>
            <a:r>
              <a:rPr dirty="0"/>
              <a:t> </a:t>
            </a:r>
            <a:r>
              <a:rPr dirty="0" err="1"/>
              <a:t>Otomatisasi</a:t>
            </a:r>
            <a:r>
              <a:rPr dirty="0"/>
              <a:t> </a:t>
            </a:r>
            <a:r>
              <a:rPr dirty="0" err="1"/>
              <a:t>MatchaPro</a:t>
            </a:r>
            <a:endParaRPr dirty="0"/>
          </a:p>
          <a:p>
            <a:r>
              <a:rPr dirty="0" err="1"/>
              <a:t>Untuk</a:t>
            </a:r>
            <a:r>
              <a:rPr dirty="0"/>
              <a:t> Ground Check &amp; </a:t>
            </a:r>
            <a:r>
              <a:rPr dirty="0" err="1"/>
              <a:t>Tambah</a:t>
            </a:r>
            <a:r>
              <a:rPr dirty="0"/>
              <a:t> Usaha </a:t>
            </a:r>
            <a:r>
              <a:rPr dirty="0" err="1"/>
              <a:t>Baru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Persiapan Awal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Komputer Windows 10/11</a:t>
            </a:r>
          </a:p>
          <a:p>
            <a:r>
              <a:t>✅ Koneksi internet</a:t>
            </a:r>
          </a:p>
          <a:p>
            <a:r>
              <a:t>✅ Akun MatchaPro (SSO)</a:t>
            </a:r>
          </a:p>
          <a:p>
            <a:r>
              <a:t>✅ File Excel data usaha</a:t>
            </a:r>
          </a:p>
          <a:p>
            <a:r>
              <a:t>✅ Ruang disk minimal 500 MB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Instalasi Python &amp;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Download &amp; install Python </a:t>
            </a:r>
            <a:r>
              <a:rPr dirty="0" err="1"/>
              <a:t>dari</a:t>
            </a:r>
            <a:r>
              <a:rPr dirty="0"/>
              <a:t> python.org</a:t>
            </a:r>
          </a:p>
          <a:p>
            <a:r>
              <a:rPr dirty="0"/>
              <a:t>   - </a:t>
            </a:r>
            <a:r>
              <a:rPr dirty="0" err="1"/>
              <a:t>Centang</a:t>
            </a:r>
            <a:r>
              <a:rPr dirty="0"/>
              <a:t> 'Add python.exe to PATH'</a:t>
            </a:r>
          </a:p>
          <a:p>
            <a:r>
              <a:rPr dirty="0"/>
              <a:t>2. </a:t>
            </a:r>
            <a:r>
              <a:rPr dirty="0" err="1"/>
              <a:t>Verifikasi</a:t>
            </a:r>
            <a:r>
              <a:rPr dirty="0"/>
              <a:t>: python --version &amp; pip --version</a:t>
            </a:r>
          </a:p>
          <a:p>
            <a:r>
              <a:rPr dirty="0"/>
              <a:t>3. Install dependencies: </a:t>
            </a:r>
            <a:r>
              <a:rPr lang="en-ID" dirty="0"/>
              <a:t>install_matcha.bat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Mendapatkan Project &amp; Konfigurasi Akun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Copy folder 'automasimatcha' ke komputer</a:t>
            </a:r>
          </a:p>
          <a:p>
            <a:r>
              <a:t>2. Struktur folder harus lengkap (run_matcha_gui.py, etc)</a:t>
            </a:r>
          </a:p>
          <a:p>
            <a:r>
              <a:t>3. Konfigurasi akun:</a:t>
            </a:r>
          </a:p>
          <a:p>
            <a:r>
              <a:t>   - GUI: Isi username &amp; password SSO</a:t>
            </a:r>
          </a:p>
          <a:p>
            <a:r>
              <a:t>   - File: config/credentials.json (plaintext)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Persiapan File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📄 Format Update Usaha (DIRGC):</a:t>
            </a:r>
          </a:p>
          <a:p>
            <a:r>
              <a:t>   idsbr, nama_usaha, alamat, hasil_gc, latitude, longitude</a:t>
            </a:r>
          </a:p>
          <a:p>
            <a:r>
              <a:t>📄 Format Tambah Usaha Baru:</a:t>
            </a:r>
          </a:p>
          <a:p>
            <a:r>
              <a:t>   nama_usaha, alamat, provinsi, kabupaten, kecamatan, kelurahan, latitude, longitude</a:t>
            </a:r>
          </a:p>
          <a:p>
            <a:r>
              <a:t>⚠️ Nama wilayah harus sesuai dengan di MatchaPro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Menjalankan Aplikasi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🔹 GUI Mode (Direkomendasikan):</a:t>
            </a:r>
          </a:p>
          <a:p>
            <a:r>
              <a:t>   - Jalankan: python run_matcha_gui.py</a:t>
            </a:r>
          </a:p>
          <a:p>
            <a:r>
              <a:t>   - Pilih file Excel, atur baris, klik 'Mulai Proses'</a:t>
            </a:r>
          </a:p>
          <a:p>
            <a:r>
              <a:t>🔹 CLI Mode (Lanjutan):</a:t>
            </a:r>
          </a:p>
          <a:p>
            <a:r>
              <a:t>   - Update Usaha: run_dirgc.py --excel-file ...</a:t>
            </a:r>
          </a:p>
          <a:p>
            <a:r>
              <a:t>   - Tambah Usaha: run_tambah_usaha.py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&amp;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⚠️ </a:t>
            </a:r>
            <a:r>
              <a:rPr dirty="0" err="1"/>
              <a:t>Masalah</a:t>
            </a:r>
            <a:r>
              <a:rPr dirty="0"/>
              <a:t> </a:t>
            </a:r>
            <a:r>
              <a:rPr dirty="0" err="1"/>
              <a:t>Umum</a:t>
            </a:r>
            <a:r>
              <a:rPr dirty="0"/>
              <a:t>:</a:t>
            </a:r>
          </a:p>
          <a:p>
            <a:r>
              <a:rPr dirty="0"/>
              <a:t>   - Python/pip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dikenali</a:t>
            </a:r>
            <a:r>
              <a:rPr dirty="0"/>
              <a:t> → </a:t>
            </a:r>
            <a:r>
              <a:rPr dirty="0" err="1"/>
              <a:t>periksa</a:t>
            </a:r>
            <a:r>
              <a:rPr dirty="0"/>
              <a:t> PATH</a:t>
            </a:r>
          </a:p>
          <a:p>
            <a:pPr algn="ctr"/>
            <a:r>
              <a:rPr dirty="0"/>
              <a:t>   - Browser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muncul</a:t>
            </a:r>
            <a:r>
              <a:rPr dirty="0"/>
              <a:t> → </a:t>
            </a:r>
            <a:r>
              <a:rPr dirty="0" err="1"/>
              <a:t>nonaktifkan</a:t>
            </a:r>
            <a:r>
              <a:rPr dirty="0"/>
              <a:t> headless</a:t>
            </a:r>
          </a:p>
          <a:p>
            <a:r>
              <a:rPr dirty="0"/>
              <a:t>   - Nama </a:t>
            </a:r>
            <a:r>
              <a:rPr dirty="0" err="1"/>
              <a:t>wilayah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cocok</a:t>
            </a:r>
            <a:r>
              <a:rPr dirty="0"/>
              <a:t> → copy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MatchaPro</a:t>
            </a:r>
            <a:endParaRPr dirty="0"/>
          </a:p>
          <a:p>
            <a:r>
              <a:rPr dirty="0"/>
              <a:t>💡 Tips:</a:t>
            </a:r>
          </a:p>
          <a:p>
            <a:r>
              <a:rPr dirty="0"/>
              <a:t>   - Uji </a:t>
            </a:r>
            <a:r>
              <a:rPr dirty="0" err="1"/>
              <a:t>dengan</a:t>
            </a:r>
            <a:r>
              <a:rPr dirty="0"/>
              <a:t> 5-10 </a:t>
            </a:r>
            <a:r>
              <a:rPr dirty="0" err="1"/>
              <a:t>baris</a:t>
            </a:r>
            <a:r>
              <a:rPr dirty="0"/>
              <a:t> </a:t>
            </a:r>
            <a:r>
              <a:rPr dirty="0" err="1"/>
              <a:t>dulu</a:t>
            </a:r>
            <a:endParaRPr dirty="0"/>
          </a:p>
          <a:p>
            <a:r>
              <a:rPr dirty="0"/>
              <a:t>   - </a:t>
            </a:r>
            <a:r>
              <a:rPr dirty="0" err="1"/>
              <a:t>Gunakan</a:t>
            </a:r>
            <a:r>
              <a:rPr dirty="0"/>
              <a:t> range row </a:t>
            </a:r>
            <a:r>
              <a:rPr dirty="0" err="1"/>
              <a:t>untuk</a:t>
            </a:r>
            <a:r>
              <a:rPr dirty="0"/>
              <a:t> batch </a:t>
            </a:r>
            <a:r>
              <a:rPr dirty="0" err="1"/>
              <a:t>besar</a:t>
            </a:r>
            <a:endParaRPr dirty="0"/>
          </a:p>
          <a:p>
            <a:r>
              <a:rPr dirty="0"/>
              <a:t>   - </a:t>
            </a:r>
            <a:r>
              <a:rPr dirty="0" err="1"/>
              <a:t>Jangan</a:t>
            </a:r>
            <a:r>
              <a:rPr dirty="0"/>
              <a:t> minimize browser </a:t>
            </a:r>
            <a:r>
              <a:rPr dirty="0" err="1"/>
              <a:t>saat</a:t>
            </a:r>
            <a:r>
              <a:rPr dirty="0"/>
              <a:t> proses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14</TotalTime>
  <Words>325</Words>
  <Application>Microsoft Office PowerPoint</Application>
  <PresentationFormat>Custom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Corbel</vt:lpstr>
      <vt:lpstr>Parallax</vt:lpstr>
      <vt:lpstr>Panduan Otomatisasi MatchaPro</vt:lpstr>
      <vt:lpstr>Persiapan Awal</vt:lpstr>
      <vt:lpstr>Instalasi Python &amp; Dependencies</vt:lpstr>
      <vt:lpstr>Mendapatkan Project &amp; Konfigurasi Akun</vt:lpstr>
      <vt:lpstr>Persiapan File Excel</vt:lpstr>
      <vt:lpstr>Menjalankan Aplikasi</vt:lpstr>
      <vt:lpstr>Troubleshooting &amp;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Otomatisasi MatchaPro</dc:title>
  <dc:subject/>
  <dc:creator>BPSAdmin</dc:creator>
  <cp:keywords/>
  <dc:description>generated using python-pptx</dc:description>
  <cp:lastModifiedBy>BPSAdmin</cp:lastModifiedBy>
  <cp:revision>3</cp:revision>
  <dcterms:created xsi:type="dcterms:W3CDTF">2013-01-27T09:14:16Z</dcterms:created>
  <dcterms:modified xsi:type="dcterms:W3CDTF">2026-01-28T06:26:28Z</dcterms:modified>
  <cp:category/>
</cp:coreProperties>
</file>